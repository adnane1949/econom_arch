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Plateforme Big Data : Architecture de Données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Collecte, Traitement et Analyse d'Articles de Presse</a:t>
            </a:r>
          </a:p>
          <a:p>
            <a:r>
              <a:t>Soutenance de Projet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&amp; 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Contexte : Volumes massifs de publications médias chaque jour.</a:t>
            </a:r>
          </a:p>
          <a:p>
            <a:pPr lvl="1"/>
            <a:r>
              <a:t>Objectifs (Cahier des charges) :</a:t>
            </a:r>
          </a:p>
          <a:p>
            <a:pPr lvl="2"/>
            <a:r>
              <a:t>Collecte Web (Scraping de sites d'actualité).</a:t>
            </a:r>
          </a:p>
          <a:p>
            <a:pPr lvl="2"/>
            <a:r>
              <a:t>Architecture Distribuée &amp; Big Data (Kafka, MinIO, Spark).</a:t>
            </a:r>
          </a:p>
          <a:p>
            <a:pPr lvl="2"/>
            <a:r>
              <a:t>Data Lake avec Architecture Médaillon (Bronze, Silver, Gold).</a:t>
            </a:r>
          </a:p>
          <a:p>
            <a:pPr lvl="2"/>
            <a:r>
              <a:t>Mise en place d'un entrepôt de données (Data Warehouse) pour l'analyse.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Écosystème Technologique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technologies suivantes ont été déployées (via Docker) :</a:t>
            </a:r>
          </a:p>
          <a:p>
            <a:pPr lvl="1"/>
            <a:r>
              <a:t>Python &amp; BeautifulSoup : Pour le Web Scraping asynchrone.</a:t>
            </a:r>
          </a:p>
          <a:p>
            <a:pPr lvl="1"/>
            <a:r>
              <a:t>Apache Kafka : Ingestion des événements en temps réel (Streaming).</a:t>
            </a:r>
          </a:p>
          <a:p>
            <a:pPr lvl="1"/>
            <a:r>
              <a:t>MinIO (S3-compatible) : Stockage distribué du Data Lake (JSON/JSONL).</a:t>
            </a:r>
          </a:p>
          <a:p>
            <a:pPr lvl="1"/>
            <a:r>
              <a:t>Apache Spark : Moteur de calcul distribué pour l'agrégation des données.</a:t>
            </a:r>
          </a:p>
          <a:p>
            <a:pPr lvl="1"/>
            <a:r>
              <a:t>PostgreSQL : SGBD pour l'entrepôt de données (Data Warehouse).</a:t>
            </a:r>
          </a:p>
          <a:p>
            <a:pPr lvl="1"/>
            <a:r>
              <a:t>Apache Airflow : Orchestrateur central (DAG) pour automatiser le pipeline horaire.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L'Architecture Médaillon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Structuration des données en trois couches de qualité croissante :</a:t>
            </a:r>
          </a:p>
          <a:p>
            <a:pPr lvl="1"/>
            <a:r>
              <a:t>1. Couche Bronze (Données Brutes) :</a:t>
            </a:r>
          </a:p>
          <a:p>
            <a:pPr lvl="2"/>
            <a:r>
              <a:t>Historique immuable. Données stockées telles que collectées (JSON Lines).</a:t>
            </a:r>
          </a:p>
          <a:p>
            <a:pPr lvl="1"/>
            <a:r>
              <a:t>2. Couche Silver (Données Nettoyées) :</a:t>
            </a:r>
          </a:p>
          <a:p>
            <a:pPr lvl="2"/>
            <a:r>
              <a:t>Filtrage HTML, déduplication, validation, et aplatissement (flattening).</a:t>
            </a:r>
          </a:p>
          <a:p>
            <a:pPr lvl="1"/>
            <a:r>
              <a:t>3. Couche Gold (Données Analytiques) :</a:t>
            </a:r>
          </a:p>
          <a:p>
            <a:pPr lvl="2"/>
            <a:r>
              <a:t>Agrégations via Apache Spark : Tendances, sentiments, KPIs.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Pipeline de Données (ETL / ELT)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workflow est orchestré par Apache Airflow (exécution horaire) :</a:t>
            </a:r>
          </a:p>
          <a:p>
            <a:pPr lvl="1"/>
            <a:r>
              <a:t>Étape 1 : Scraper vers Kafka.</a:t>
            </a:r>
          </a:p>
          <a:p>
            <a:pPr lvl="1"/>
            <a:r>
              <a:t>Étape 2 : Vidage Kafka vers la zone Bronze (Micro-batching).</a:t>
            </a:r>
          </a:p>
          <a:p>
            <a:pPr lvl="1"/>
            <a:r>
              <a:t>Étape 3 : Nettoyage ETL (Bronze -&gt; Silver).</a:t>
            </a:r>
          </a:p>
          <a:p>
            <a:pPr lvl="1"/>
            <a:r>
              <a:t>Étape 4 : Job PySpark (Silver -&gt; Gold).</a:t>
            </a:r>
          </a:p>
          <a:p>
            <a:pPr lvl="1"/>
            <a:r>
              <a:t>Étape 5 : Chargement des métriques Gold vers PostgreSQL.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Qualité et Traçabilité (Gouvernance)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Afin de garantir la fiabilité des tableaux de bord finaux :</a:t>
            </a:r>
          </a:p>
          <a:p>
            <a:pPr lvl="1"/>
            <a:r>
              <a:t>Contrôles de Qualité (Complétude, Cohérence, Validité) :</a:t>
            </a:r>
          </a:p>
          <a:p>
            <a:pPr lvl="2"/>
            <a:r>
              <a:t>Vérification des titres manquants, contenus trop courts.</a:t>
            </a:r>
          </a:p>
          <a:p>
            <a:pPr lvl="2"/>
            <a:r>
              <a:t>Validation des intervalles de scores de sentiment [-1, 1].</a:t>
            </a:r>
          </a:p>
          <a:p>
            <a:pPr lvl="1"/>
            <a:r>
              <a:t>Traçabilité (Data Lineage) :</a:t>
            </a:r>
          </a:p>
          <a:p>
            <a:pPr lvl="2"/>
            <a:r>
              <a:t>Chaque donnée est tracée avec l'identifiant du pipeline, l'URI source et la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Bilan du Projet :</a:t>
            </a:r>
          </a:p>
          <a:p>
            <a:pPr lvl="1"/>
            <a:r>
              <a:t>Architecture bout-en-bout fonctionnelle et scalable.</a:t>
            </a:r>
          </a:p>
          <a:p>
            <a:pPr lvl="1"/>
            <a:r>
              <a:t>Intégration réussie des paradigmes Batch et Streaming.</a:t>
            </a:r>
          </a:p>
          <a:p>
            <a:pPr lvl="1"/>
            <a:r>
              <a:t>Des données fiables prêtes pour la visualisation (Dashboards BI).</a:t>
            </a:r>
          </a:p>
          <a:p>
            <a:pPr lvl="1"/>
            <a:r>
              <a:t>Perspectives :</a:t>
            </a:r>
          </a:p>
          <a:p>
            <a:pPr lvl="2"/>
            <a:r>
              <a:t>Intégration d'un modèle NLP (Deep Learning) pour la détection de Fake News.</a:t>
            </a:r>
          </a:p>
          <a:p>
            <a:pPr lvl="2"/>
            <a:r>
              <a:t>Déploiement de l'infrastructure sur un cluster Kubernetes.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